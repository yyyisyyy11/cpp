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1092" r:id="rId3"/>
    <p:sldId id="1094" r:id="rId4"/>
    <p:sldId id="31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5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199" y="3233141"/>
            <a:ext cx="10040471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10, Class(2): operator overloading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290" y="789940"/>
            <a:ext cx="10578465" cy="655955"/>
          </a:xfrm>
        </p:spPr>
        <p:txBody>
          <a:bodyPr>
            <a:normAutofit fontScale="70000"/>
          </a:bodyPr>
          <a:lstStyle/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altLang="zh-CN" sz="2540" dirty="0"/>
              <a:t>Modify the code(</a:t>
            </a:r>
            <a:r>
              <a:rPr lang="en-US" altLang="zh-CN" sz="2540" dirty="0" err="1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rational.h</a:t>
            </a:r>
            <a:r>
              <a:rPr lang="en-US" altLang="zh-CN" sz="2540" dirty="0"/>
              <a:t>) so that the program runs as shown in the screenshot on the right and explain the output where each constructor is run.</a:t>
            </a:r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307537" y="115348"/>
            <a:ext cx="10448062" cy="674517"/>
          </a:xfrm>
        </p:spPr>
        <p:txBody>
          <a:bodyPr>
            <a:noAutofit/>
          </a:bodyPr>
          <a:lstStyle/>
          <a:p>
            <a:r>
              <a:rPr lang="en-US" altLang="zh-CN" sz="4640" dirty="0"/>
              <a:t>Exercise 1</a:t>
            </a:r>
            <a:endParaRPr lang="zh-CN" altLang="en-US" sz="464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21933" y="1703070"/>
            <a:ext cx="6536055" cy="465328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// </a:t>
            </a:r>
            <a:r>
              <a:rPr lang="en-US" altLang="zh-CN" sz="1200" b="0" dirty="0" err="1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rational.h</a:t>
            </a:r>
            <a:endParaRPr lang="en-US" altLang="zh-CN" sz="1200" b="0" dirty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#pragma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once 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class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private: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staticint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public: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):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),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"Construct_"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", n:"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 , d:"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}</a:t>
            </a:r>
          </a:p>
          <a:p>
            <a:pPr indent="0" fontAlgn="auto">
              <a:lnSpc>
                <a:spcPct val="100000"/>
              </a:lnSpc>
            </a:pPr>
            <a:endParaRPr lang="en-US" altLang="zh-CN" sz="12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{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{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friend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ostream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operator&lt;&lt;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ostream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"/"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 err="1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operator*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(),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345" y="2793365"/>
            <a:ext cx="2200275" cy="233362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062311" y="2380297"/>
            <a:ext cx="2505710" cy="30416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"rational.h"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using 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namespace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main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"c = "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&lt;&lt;endl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"d = "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&lt;&lt;endl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"e = "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&lt;&lt;endl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"f = "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&lt;&lt;endl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250" y="725170"/>
            <a:ext cx="10770235" cy="1067435"/>
          </a:xfrm>
        </p:spPr>
        <p:txBody>
          <a:bodyPr>
            <a:normAutofit fontScale="80000"/>
          </a:bodyPr>
          <a:lstStyle/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altLang="zh-CN" sz="2540" dirty="0"/>
              <a:t>Please modify the code</a:t>
            </a:r>
            <a:r>
              <a:rPr lang="en-US" altLang="zh-CN" sz="2540" dirty="0">
                <a:sym typeface="+mn-ea"/>
              </a:rPr>
              <a:t>(</a:t>
            </a:r>
            <a:r>
              <a:rPr lang="en-US" altLang="zh-CN" sz="2540" dirty="0" err="1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rational.h</a:t>
            </a:r>
            <a:r>
              <a:rPr lang="en-US" altLang="zh-CN" sz="2540" dirty="0">
                <a:sym typeface="+mn-ea"/>
              </a:rPr>
              <a:t>) </a:t>
            </a:r>
            <a:r>
              <a:rPr lang="en-US" altLang="zh-CN" sz="2540" dirty="0"/>
              <a:t> in Exercise 1 to the program runs as shown in the screenshot. Explain what modifications have been made and why.</a:t>
            </a:r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307537" y="115348"/>
            <a:ext cx="10448062" cy="674517"/>
          </a:xfrm>
        </p:spPr>
        <p:txBody>
          <a:bodyPr>
            <a:noAutofit/>
          </a:bodyPr>
          <a:lstStyle/>
          <a:p>
            <a:r>
              <a:rPr lang="en-US" altLang="zh-CN" sz="4640" dirty="0"/>
              <a:t>Exercise 2</a:t>
            </a:r>
            <a:endParaRPr lang="zh-CN" altLang="en-US" sz="464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24790" y="1703070"/>
            <a:ext cx="6536055" cy="465328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// </a:t>
            </a:r>
            <a:r>
              <a:rPr lang="en-US" altLang="zh-CN" sz="1200" b="0" dirty="0" err="1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rational.h</a:t>
            </a:r>
            <a:endParaRPr lang="en-US" altLang="zh-CN" sz="1200" b="0" dirty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#pragma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once 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class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private: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staticint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public: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):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),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"Construct_"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", n:"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 , d:"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}</a:t>
            </a:r>
          </a:p>
          <a:p>
            <a:pPr indent="0" fontAlgn="auto">
              <a:lnSpc>
                <a:spcPct val="100000"/>
              </a:lnSpc>
            </a:pPr>
            <a:endParaRPr lang="en-US" altLang="zh-CN" sz="12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{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{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friend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ostream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operator&lt;&lt;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ostream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numerator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"/"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denominator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 err="1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operator*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const </a:t>
            </a:r>
            <a:r>
              <a:rPr lang="en-US" altLang="zh-CN" sz="1200" b="0" dirty="0" err="1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 err="1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&amp;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(),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lhs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rhs</a:t>
            </a:r>
            <a:r>
              <a:rPr lang="en-US" altLang="zh-CN" sz="12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getD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067550" y="2370264"/>
            <a:ext cx="2505710" cy="30416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zh-CN" sz="1200" b="0" dirty="0" err="1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rational.h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using </a:t>
            </a: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namespace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main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"c = 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a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"d = 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d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b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"e = 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Rational 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sz="1200" b="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"f = "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f</a:t>
            </a:r>
            <a:r>
              <a:rPr lang="en-US" altLang="zh-CN" sz="12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2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965" y="2828820"/>
            <a:ext cx="2247900" cy="2010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357" y="725213"/>
            <a:ext cx="11145298" cy="1416466"/>
          </a:xfrm>
        </p:spPr>
        <p:txBody>
          <a:bodyPr/>
          <a:lstStyle/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sz="2540" dirty="0"/>
              <a:t>Continue to improve the Complex class and add more operations for it, such as: </a:t>
            </a:r>
            <a:r>
              <a:rPr lang="en-US" sz="2540" b="1" dirty="0"/>
              <a:t>-, *, ~, ==, != </a:t>
            </a:r>
            <a:r>
              <a:rPr lang="en-US" sz="2540" dirty="0"/>
              <a:t>etc. Make the following program run correctly.</a:t>
            </a:r>
          </a:p>
          <a:p>
            <a:pPr marL="127000" lvl="1" indent="0">
              <a:spcBef>
                <a:spcPts val="1390"/>
              </a:spcBef>
              <a:buSzPct val="68000"/>
              <a:buNone/>
            </a:pPr>
            <a:endParaRPr lang="en-US" sz="2540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307537" y="115348"/>
            <a:ext cx="10448062" cy="674517"/>
          </a:xfrm>
        </p:spPr>
        <p:txBody>
          <a:bodyPr>
            <a:noAutofit/>
          </a:bodyPr>
          <a:lstStyle/>
          <a:p>
            <a:r>
              <a:rPr lang="en-US" altLang="zh-CN" sz="4640" dirty="0"/>
              <a:t>Exercise 3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6420136" y="1899046"/>
            <a:ext cx="5457828" cy="1670477"/>
          </a:xfrm>
          <a:prstGeom prst="rect">
            <a:avLst/>
          </a:prstGeom>
          <a:noFill/>
        </p:spPr>
        <p:txBody>
          <a:bodyPr wrap="square" lIns="105938" tIns="52969" rIns="105938" bIns="52969" rtlCol="0">
            <a:spAutoFit/>
          </a:bodyPr>
          <a:lstStyle/>
          <a:p>
            <a:pPr defTabSz="1059180"/>
            <a:r>
              <a:rPr lang="en-US" altLang="zh-CN" sz="254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Note that you have to overload the </a:t>
            </a:r>
            <a:r>
              <a:rPr lang="en-US" altLang="zh-CN" sz="254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&lt;&lt; and &gt;&gt; operators</a:t>
            </a:r>
            <a:r>
              <a:rPr lang="en-US" altLang="zh-CN" sz="254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. Use the references to objects and const whenever warranted.</a:t>
            </a:r>
          </a:p>
          <a:p>
            <a:pPr defTabSz="1059180"/>
            <a:r>
              <a:rPr lang="en-US" altLang="zh-CN" sz="254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The sample should run as follows:</a:t>
            </a:r>
            <a:endParaRPr lang="zh-CN" altLang="en-US" sz="254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080" y="3704714"/>
            <a:ext cx="4186382" cy="297328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307537" y="1482725"/>
            <a:ext cx="4438874" cy="5375275"/>
            <a:chOff x="1307537" y="1482725"/>
            <a:chExt cx="4438874" cy="537527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7537" y="1482725"/>
              <a:ext cx="4438873" cy="389255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7538" y="5355612"/>
              <a:ext cx="4438873" cy="1502388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716</Words>
  <Application>Microsoft Macintosh PowerPoint</Application>
  <PresentationFormat>宽屏</PresentationFormat>
  <Paragraphs>100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Arial</vt:lpstr>
      <vt:lpstr>Calibri</vt:lpstr>
      <vt:lpstr>Consolas</vt:lpstr>
      <vt:lpstr>Franklin Gothic Demi</vt:lpstr>
      <vt:lpstr>Franklin Gothic Medium</vt:lpstr>
      <vt:lpstr>Wingdings</vt:lpstr>
      <vt:lpstr>Office 主题</vt:lpstr>
      <vt:lpstr>Advanced Programming</vt:lpstr>
      <vt:lpstr>Exercise 1</vt:lpstr>
      <vt:lpstr>Exercise 2</vt:lpstr>
      <vt:lpstr>Exercise 3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888</cp:revision>
  <dcterms:created xsi:type="dcterms:W3CDTF">2020-09-05T08:11:00Z</dcterms:created>
  <dcterms:modified xsi:type="dcterms:W3CDTF">2026-04-27T09:34:48Z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A9720D2D081845589965979D3350A0D6_13</vt:lpwstr>
  </property>
  <property fmtid="{D5CDD505-2E9C-101B-9397-08002B2CF9AE}" pid="3" name="KSOProductBuildVer">
    <vt:lpwstr>2052-12.1.0.20305</vt:lpwstr>
  </property>
</Properties>
</file>