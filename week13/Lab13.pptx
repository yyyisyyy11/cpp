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434" r:id="rId3"/>
    <p:sldId id="114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2" autoAdjust="0"/>
    <p:restoredTop sz="94660"/>
  </p:normalViewPr>
  <p:slideViewPr>
    <p:cSldViewPr snapToGrid="0">
      <p:cViewPr varScale="1">
        <p:scale>
          <a:sx n="212" d="100"/>
          <a:sy n="212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199" y="3233141"/>
            <a:ext cx="10040471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13, Template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</a:t>
            </a:r>
            <a:r>
              <a:rPr lang="zh-CN" altLang="en-US">
                <a:latin typeface="Franklin Gothic Medium" panose="020B0603020102020204" pitchFamily="34" charset="0"/>
                <a:sym typeface="+mn-ea"/>
              </a:rPr>
              <a:t>大兴，于仕琪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353" y="928250"/>
            <a:ext cx="10773043" cy="1243618"/>
          </a:xfrm>
        </p:spPr>
        <p:txBody>
          <a:bodyPr>
            <a:normAutofit/>
          </a:bodyPr>
          <a:lstStyle/>
          <a:p>
            <a:pPr marL="128905" indent="0">
              <a:buNone/>
            </a:pPr>
            <a:r>
              <a:rPr lang="en-US" altLang="zh-CN" sz="2000" dirty="0"/>
              <a:t>1. A template class named </a:t>
            </a:r>
            <a:r>
              <a:rPr lang="en-US" altLang="zh-CN" sz="2000" b="1" dirty="0"/>
              <a:t>Pair</a:t>
            </a:r>
            <a:r>
              <a:rPr lang="en-US" altLang="zh-CN" sz="2000" dirty="0"/>
              <a:t> is defined as follows. Please implement the overloading </a:t>
            </a:r>
            <a:r>
              <a:rPr lang="en-US" altLang="zh-CN" sz="2000" b="1" dirty="0"/>
              <a:t>operator&lt;</a:t>
            </a:r>
            <a:r>
              <a:rPr lang="en-US" altLang="zh-CN" sz="2000" dirty="0"/>
              <a:t> which compares the value of the key, if  this-&gt;key is smaller than that of </a:t>
            </a:r>
            <a:r>
              <a:rPr lang="en-US" altLang="zh-CN" sz="2000" dirty="0" err="1"/>
              <a:t>p.key</a:t>
            </a:r>
            <a:r>
              <a:rPr lang="en-US" altLang="zh-CN" sz="2000" dirty="0"/>
              <a:t>, return true. Then define a friend function to overload </a:t>
            </a:r>
            <a:r>
              <a:rPr lang="en-US" altLang="zh-CN" sz="2000" b="1" dirty="0"/>
              <a:t>&lt;&lt; operator </a:t>
            </a:r>
            <a:r>
              <a:rPr lang="en-US" altLang="zh-CN" sz="2000" dirty="0"/>
              <a:t>which displays the Pair’s data members. At last, run the program. The output sample is as follows: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5163" y="2599374"/>
            <a:ext cx="4765964" cy="369331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</a:rPr>
              <a:t>#include &lt;iostream&gt;</a:t>
            </a:r>
          </a:p>
          <a:p>
            <a:r>
              <a:rPr lang="en-US" altLang="zh-CN" b="0" dirty="0">
                <a:effectLst/>
              </a:rPr>
              <a:t>#include &lt;string&gt;</a:t>
            </a:r>
          </a:p>
          <a:p>
            <a:r>
              <a:rPr lang="en-US" altLang="zh-CN" b="0" dirty="0">
                <a:effectLst/>
              </a:rPr>
              <a:t>using namespace std;</a:t>
            </a:r>
          </a:p>
          <a:p>
            <a:r>
              <a:rPr lang="en-US" altLang="zh-CN" b="0" dirty="0">
                <a:effectLst/>
              </a:rPr>
              <a:t>template &lt;class T1,class T2&gt;</a:t>
            </a:r>
          </a:p>
          <a:p>
            <a:r>
              <a:rPr lang="en-US" altLang="zh-CN" b="0" dirty="0">
                <a:effectLst/>
              </a:rPr>
              <a:t>class Pair</a:t>
            </a:r>
          </a:p>
          <a:p>
            <a:r>
              <a:rPr lang="en-US" altLang="zh-CN" b="0" dirty="0">
                <a:effectLst/>
              </a:rPr>
              <a:t>{</a:t>
            </a:r>
          </a:p>
          <a:p>
            <a:r>
              <a:rPr lang="en-US" altLang="zh-CN" b="0" dirty="0">
                <a:effectLst/>
              </a:rPr>
              <a:t>public:</a:t>
            </a:r>
          </a:p>
          <a:p>
            <a:r>
              <a:rPr lang="en-US" altLang="zh-CN" b="0" dirty="0">
                <a:effectLst/>
              </a:rPr>
              <a:t>    T1 key;  </a:t>
            </a:r>
            <a:endParaRPr lang="zh-CN" altLang="en-US" b="0" dirty="0">
              <a:effectLst/>
            </a:endParaRPr>
          </a:p>
          <a:p>
            <a:r>
              <a:rPr lang="zh-CN" altLang="en-US" b="0" dirty="0">
                <a:effectLst/>
              </a:rPr>
              <a:t>    </a:t>
            </a:r>
            <a:r>
              <a:rPr lang="en-US" altLang="zh-CN" b="0" dirty="0">
                <a:effectLst/>
              </a:rPr>
              <a:t>T2 value;  </a:t>
            </a:r>
            <a:endParaRPr lang="zh-CN" altLang="en-US" b="0" dirty="0">
              <a:effectLst/>
            </a:endParaRPr>
          </a:p>
          <a:p>
            <a:r>
              <a:rPr lang="zh-CN" altLang="en-US" b="0" dirty="0">
                <a:effectLst/>
              </a:rPr>
              <a:t>    </a:t>
            </a:r>
            <a:r>
              <a:rPr lang="en-US" altLang="zh-CN" b="0" dirty="0">
                <a:effectLst/>
              </a:rPr>
              <a:t>Pair(T1 k,T2 v):key(k),value(v) { };</a:t>
            </a:r>
          </a:p>
          <a:p>
            <a:r>
              <a:rPr lang="en-US" altLang="zh-CN" b="0" dirty="0">
                <a:effectLst/>
              </a:rPr>
              <a:t>    bool operator &lt; (const Pair&lt;T1,T2&gt; &amp; p) const;</a:t>
            </a:r>
          </a:p>
          <a:p>
            <a:br>
              <a:rPr lang="en-US" altLang="zh-CN" b="0" dirty="0">
                <a:effectLst/>
              </a:rPr>
            </a:br>
            <a:r>
              <a:rPr lang="en-US" altLang="zh-CN" b="0" dirty="0">
                <a:effectLst/>
              </a:rPr>
              <a:t>};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20875" y="2673173"/>
            <a:ext cx="3925455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</a:rPr>
              <a:t>int main()</a:t>
            </a:r>
          </a:p>
          <a:p>
            <a:r>
              <a:rPr lang="en-US" altLang="zh-CN" b="0" dirty="0">
                <a:effectLst/>
              </a:rPr>
              <a:t>{</a:t>
            </a:r>
          </a:p>
          <a:p>
            <a:r>
              <a:rPr lang="en-US" altLang="zh-CN" b="0" dirty="0">
                <a:effectLst/>
              </a:rPr>
              <a:t>    Pair&lt;</a:t>
            </a:r>
            <a:r>
              <a:rPr lang="en-US" altLang="zh-CN" b="0" dirty="0" err="1">
                <a:effectLst/>
              </a:rPr>
              <a:t>string,int</a:t>
            </a:r>
            <a:r>
              <a:rPr lang="en-US" altLang="zh-CN" b="0" dirty="0">
                <a:effectLst/>
              </a:rPr>
              <a:t>&gt; one("Tom",19); </a:t>
            </a:r>
          </a:p>
          <a:p>
            <a:r>
              <a:rPr lang="en-US" altLang="zh-CN" b="0" dirty="0">
                <a:effectLst/>
              </a:rPr>
              <a:t>    Pair&lt;</a:t>
            </a:r>
            <a:r>
              <a:rPr lang="en-US" altLang="zh-CN" b="0" dirty="0" err="1">
                <a:effectLst/>
              </a:rPr>
              <a:t>string,int</a:t>
            </a:r>
            <a:r>
              <a:rPr lang="en-US" altLang="zh-CN" b="0" dirty="0">
                <a:effectLst/>
              </a:rPr>
              <a:t>&gt; two("Alice",20);</a:t>
            </a:r>
          </a:p>
          <a:p>
            <a:r>
              <a:rPr lang="en-US" altLang="zh-CN" b="0" dirty="0">
                <a:effectLst/>
              </a:rPr>
              <a:t>    </a:t>
            </a:r>
          </a:p>
          <a:p>
            <a:r>
              <a:rPr lang="en-US" altLang="zh-CN" b="0" dirty="0">
                <a:effectLst/>
              </a:rPr>
              <a:t>    if(one &lt; two)</a:t>
            </a:r>
          </a:p>
          <a:p>
            <a:r>
              <a:rPr lang="en-US" altLang="zh-CN" b="0" dirty="0">
                <a:effectLst/>
              </a:rPr>
              <a:t>        </a:t>
            </a:r>
            <a:r>
              <a:rPr lang="en-US" altLang="zh-CN" b="0" dirty="0" err="1">
                <a:effectLst/>
              </a:rPr>
              <a:t>cout</a:t>
            </a:r>
            <a:r>
              <a:rPr lang="en-US" altLang="zh-CN" b="0" dirty="0">
                <a:effectLst/>
              </a:rPr>
              <a:t> &lt;&lt; one;</a:t>
            </a:r>
          </a:p>
          <a:p>
            <a:r>
              <a:rPr lang="en-US" altLang="zh-CN" b="0" dirty="0">
                <a:effectLst/>
              </a:rPr>
              <a:t>    else</a:t>
            </a:r>
          </a:p>
          <a:p>
            <a:r>
              <a:rPr lang="en-US" altLang="zh-CN" b="0" dirty="0">
                <a:effectLst/>
              </a:rPr>
              <a:t>        </a:t>
            </a:r>
            <a:r>
              <a:rPr lang="en-US" altLang="zh-CN" b="0" dirty="0" err="1">
                <a:effectLst/>
              </a:rPr>
              <a:t>cout</a:t>
            </a:r>
            <a:r>
              <a:rPr lang="en-US" altLang="zh-CN" b="0" dirty="0">
                <a:effectLst/>
              </a:rPr>
              <a:t> &lt;&lt; two;</a:t>
            </a:r>
          </a:p>
          <a:p>
            <a:r>
              <a:rPr lang="en-US" altLang="zh-CN" b="0" dirty="0">
                <a:effectLst/>
              </a:rPr>
              <a:t>    </a:t>
            </a:r>
          </a:p>
          <a:p>
            <a:r>
              <a:rPr lang="en-US" altLang="zh-CN" dirty="0"/>
              <a:t>    </a:t>
            </a:r>
            <a:r>
              <a:rPr lang="en-US" altLang="zh-CN" b="0" dirty="0">
                <a:effectLst/>
              </a:rPr>
              <a:t>return 0;</a:t>
            </a:r>
          </a:p>
          <a:p>
            <a:r>
              <a:rPr lang="en-US" altLang="zh-CN" b="0" dirty="0">
                <a:effectLst/>
              </a:rPr>
              <a:t>}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07" y="6379660"/>
            <a:ext cx="1057275" cy="2190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51781" y="628872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Output: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68A722-EFEC-87C1-34D1-9EB43BC0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312" y="205373"/>
            <a:ext cx="10622831" cy="685800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604643" y="1089311"/>
            <a:ext cx="3478550" cy="4996328"/>
          </a:xfrm>
        </p:spPr>
        <p:txBody>
          <a:bodyPr>
            <a:normAutofit/>
          </a:bodyPr>
          <a:lstStyle/>
          <a:p>
            <a:pPr marL="127000" indent="0">
              <a:buNone/>
            </a:pPr>
            <a:r>
              <a:rPr lang="en-US" altLang="zh-CN" sz="1965" dirty="0"/>
              <a:t>2. There is a definition of a template class </a:t>
            </a:r>
            <a:r>
              <a:rPr lang="en-US" altLang="zh-CN" sz="1965" b="1" dirty="0"/>
              <a:t>Dictionary</a:t>
            </a:r>
            <a:r>
              <a:rPr lang="en-US" altLang="zh-CN" sz="1965" dirty="0"/>
              <a:t>. Please write a template partial specialization for Dictionary class whose </a:t>
            </a:r>
            <a:r>
              <a:rPr lang="en-US" altLang="zh-CN" sz="1965" b="1" dirty="0"/>
              <a:t>Key </a:t>
            </a:r>
            <a:r>
              <a:rPr lang="en-US" altLang="zh-CN" sz="1965" dirty="0"/>
              <a:t>is specified to be </a:t>
            </a:r>
            <a:r>
              <a:rPr lang="en-US" altLang="zh-CN" sz="1965" b="1" dirty="0"/>
              <a:t>int,</a:t>
            </a:r>
            <a:r>
              <a:rPr lang="en-US" altLang="zh-CN" sz="1965" dirty="0"/>
              <a:t> and add a member function named sort() which sorts the elements in dictionary in ascending order. At last, run the program.</a:t>
            </a:r>
          </a:p>
          <a:p>
            <a:pPr marL="127000" indent="0">
              <a:buNone/>
            </a:pPr>
            <a:endParaRPr lang="en-US" altLang="zh-CN" sz="1965" dirty="0"/>
          </a:p>
          <a:p>
            <a:pPr marL="127000" indent="0">
              <a:buNone/>
            </a:pPr>
            <a:r>
              <a:rPr lang="en-US" altLang="zh-CN" sz="1965" dirty="0"/>
              <a:t>Tip: template </a:t>
            </a:r>
            <a:r>
              <a:rPr lang="en-US" altLang="zh-CN" sz="1965" u="sng" dirty="0"/>
              <a:t>partial</a:t>
            </a:r>
            <a:r>
              <a:rPr lang="en-US" altLang="zh-CN" sz="1965" dirty="0"/>
              <a:t> specialization in this way:</a:t>
            </a:r>
          </a:p>
          <a:p>
            <a:pPr marL="127000" indent="0">
              <a:buNone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 &lt;class Value&gt;</a:t>
            </a:r>
          </a:p>
          <a:p>
            <a:pPr marL="127000" indent="0">
              <a:buNone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class Dictionary&lt;int, Value&gt; {</a:t>
            </a:r>
          </a:p>
          <a:p>
            <a:pPr marL="127000" indent="0">
              <a:buNone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127000" indent="0">
              <a:buNone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0" indent="0">
              <a:buNone/>
            </a:pPr>
            <a:endParaRPr lang="en-US" altLang="zh-CN" sz="1965" dirty="0"/>
          </a:p>
        </p:txBody>
      </p:sp>
      <p:sp>
        <p:nvSpPr>
          <p:cNvPr id="5" name="文本框 4"/>
          <p:cNvSpPr txBox="1"/>
          <p:nvPr/>
        </p:nvSpPr>
        <p:spPr>
          <a:xfrm>
            <a:off x="4233699" y="275450"/>
            <a:ext cx="2964921" cy="626960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785" dirty="0"/>
              <a:t>template &lt;class Key, class Value&gt; </a:t>
            </a:r>
          </a:p>
          <a:p>
            <a:r>
              <a:rPr lang="en-US" altLang="zh-CN" sz="785" dirty="0"/>
              <a:t>class Dictionary {</a:t>
            </a:r>
          </a:p>
          <a:p>
            <a:r>
              <a:rPr lang="en-US" altLang="zh-CN" sz="785" dirty="0"/>
              <a:t>   Key* keys;</a:t>
            </a:r>
          </a:p>
          <a:p>
            <a:r>
              <a:rPr lang="en-US" altLang="zh-CN" sz="785" dirty="0"/>
              <a:t>   Value* values;</a:t>
            </a:r>
          </a:p>
          <a:p>
            <a:r>
              <a:rPr lang="en-US" altLang="zh-CN" sz="785" dirty="0"/>
              <a:t>   int size;</a:t>
            </a:r>
          </a:p>
          <a:p>
            <a:r>
              <a:rPr lang="en-US" altLang="zh-CN" sz="785" dirty="0"/>
              <a:t>   int 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public:</a:t>
            </a:r>
          </a:p>
          <a:p>
            <a:r>
              <a:rPr lang="en-US" altLang="zh-CN" sz="785" dirty="0"/>
              <a:t>   Dictionary(int </a:t>
            </a:r>
            <a:r>
              <a:rPr lang="en-US" altLang="zh-CN" sz="785" dirty="0" err="1"/>
              <a:t>initial_size</a:t>
            </a:r>
            <a:r>
              <a:rPr lang="en-US" altLang="zh-CN" sz="785" dirty="0"/>
              <a:t>) :  size(0) {</a:t>
            </a:r>
          </a:p>
          <a:p>
            <a:r>
              <a:rPr lang="en-US" altLang="zh-CN" sz="785" dirty="0"/>
              <a:t>      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 = 1;</a:t>
            </a:r>
          </a:p>
          <a:p>
            <a:r>
              <a:rPr lang="en-US" altLang="zh-CN" sz="785" dirty="0"/>
              <a:t>      while (</a:t>
            </a:r>
            <a:r>
              <a:rPr lang="en-US" altLang="zh-CN" sz="785" dirty="0" err="1"/>
              <a:t>initial_size</a:t>
            </a:r>
            <a:r>
              <a:rPr lang="en-US" altLang="zh-CN" sz="785" dirty="0"/>
              <a:t> &gt;= 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)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 *= 2;</a:t>
            </a:r>
          </a:p>
          <a:p>
            <a:r>
              <a:rPr lang="en-US" altLang="zh-CN" sz="785" dirty="0"/>
              <a:t>      keys = new Key[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   values = new Value[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}</a:t>
            </a:r>
          </a:p>
          <a:p>
            <a:r>
              <a:rPr lang="en-US" altLang="zh-CN" sz="785" dirty="0"/>
              <a:t>   void add(Key </a:t>
            </a:r>
            <a:r>
              <a:rPr lang="en-US" altLang="zh-CN" sz="785" dirty="0" err="1"/>
              <a:t>key</a:t>
            </a:r>
            <a:r>
              <a:rPr lang="en-US" altLang="zh-CN" sz="785" dirty="0"/>
              <a:t>, Value value) {</a:t>
            </a:r>
          </a:p>
          <a:p>
            <a:r>
              <a:rPr lang="en-US" altLang="zh-CN" sz="785" dirty="0"/>
              <a:t>      Key* </a:t>
            </a:r>
            <a:r>
              <a:rPr lang="en-US" altLang="zh-CN" sz="785" dirty="0" err="1"/>
              <a:t>tmpKey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      Value* </a:t>
            </a:r>
            <a:r>
              <a:rPr lang="en-US" altLang="zh-CN" sz="785" dirty="0" err="1"/>
              <a:t>tmpVal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      if (size + 1 &gt;= 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) {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 *= 2;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tmpKey</a:t>
            </a:r>
            <a:r>
              <a:rPr lang="en-US" altLang="zh-CN" sz="785" dirty="0"/>
              <a:t> = new Key [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tmpVal</a:t>
            </a:r>
            <a:r>
              <a:rPr lang="en-US" altLang="zh-CN" sz="785" dirty="0"/>
              <a:t> = new Value [</a:t>
            </a:r>
            <a:r>
              <a:rPr lang="en-US" altLang="zh-CN" sz="785" dirty="0" err="1"/>
              <a:t>max_size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      for (int </a:t>
            </a:r>
            <a:r>
              <a:rPr lang="en-US" altLang="zh-CN" sz="785" dirty="0" err="1"/>
              <a:t>i</a:t>
            </a:r>
            <a:r>
              <a:rPr lang="en-US" altLang="zh-CN" sz="785" dirty="0"/>
              <a:t> = 0; </a:t>
            </a:r>
            <a:r>
              <a:rPr lang="en-US" altLang="zh-CN" sz="785" dirty="0" err="1"/>
              <a:t>i</a:t>
            </a:r>
            <a:r>
              <a:rPr lang="en-US" altLang="zh-CN" sz="785" dirty="0"/>
              <a:t> &lt; size; </a:t>
            </a:r>
            <a:r>
              <a:rPr lang="en-US" altLang="zh-CN" sz="785" dirty="0" err="1"/>
              <a:t>i</a:t>
            </a:r>
            <a:r>
              <a:rPr lang="en-US" altLang="zh-CN" sz="785" dirty="0"/>
              <a:t>++) {</a:t>
            </a:r>
          </a:p>
          <a:p>
            <a:r>
              <a:rPr lang="en-US" altLang="zh-CN" sz="785" dirty="0"/>
              <a:t>            </a:t>
            </a:r>
            <a:r>
              <a:rPr lang="en-US" altLang="zh-CN" sz="785" dirty="0" err="1"/>
              <a:t>tmpKey</a:t>
            </a:r>
            <a:r>
              <a:rPr lang="en-US" altLang="zh-CN" sz="785" dirty="0"/>
              <a:t>[</a:t>
            </a:r>
            <a:r>
              <a:rPr lang="en-US" altLang="zh-CN" sz="785" dirty="0" err="1"/>
              <a:t>i</a:t>
            </a:r>
            <a:r>
              <a:rPr lang="en-US" altLang="zh-CN" sz="785" dirty="0"/>
              <a:t>] = keys[</a:t>
            </a:r>
            <a:r>
              <a:rPr lang="en-US" altLang="zh-CN" sz="785" dirty="0" err="1"/>
              <a:t>i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         </a:t>
            </a:r>
            <a:r>
              <a:rPr lang="en-US" altLang="zh-CN" sz="785" dirty="0" err="1"/>
              <a:t>tmpVal</a:t>
            </a:r>
            <a:r>
              <a:rPr lang="en-US" altLang="zh-CN" sz="785" dirty="0"/>
              <a:t>[</a:t>
            </a:r>
            <a:r>
              <a:rPr lang="en-US" altLang="zh-CN" sz="785" dirty="0" err="1"/>
              <a:t>i</a:t>
            </a:r>
            <a:r>
              <a:rPr lang="en-US" altLang="zh-CN" sz="785" dirty="0"/>
              <a:t>] = values[</a:t>
            </a:r>
            <a:r>
              <a:rPr lang="en-US" altLang="zh-CN" sz="785" dirty="0" err="1"/>
              <a:t>i</a:t>
            </a:r>
            <a:r>
              <a:rPr lang="en-US" altLang="zh-CN" sz="785" dirty="0"/>
              <a:t>];</a:t>
            </a:r>
          </a:p>
          <a:p>
            <a:r>
              <a:rPr lang="en-US" altLang="zh-CN" sz="785" dirty="0"/>
              <a:t>         }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tmpKey</a:t>
            </a:r>
            <a:r>
              <a:rPr lang="en-US" altLang="zh-CN" sz="785" dirty="0"/>
              <a:t>[size] = key;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tmpVal</a:t>
            </a:r>
            <a:r>
              <a:rPr lang="en-US" altLang="zh-CN" sz="785" dirty="0"/>
              <a:t>[size] = value;</a:t>
            </a:r>
          </a:p>
          <a:p>
            <a:r>
              <a:rPr lang="en-US" altLang="zh-CN" sz="785" dirty="0"/>
              <a:t>         delete[] keys;</a:t>
            </a:r>
          </a:p>
          <a:p>
            <a:r>
              <a:rPr lang="en-US" altLang="zh-CN" sz="785" dirty="0"/>
              <a:t>         delete[] values;</a:t>
            </a:r>
          </a:p>
          <a:p>
            <a:r>
              <a:rPr lang="en-US" altLang="zh-CN" sz="785" dirty="0"/>
              <a:t>         keys = </a:t>
            </a:r>
            <a:r>
              <a:rPr lang="en-US" altLang="zh-CN" sz="785" dirty="0" err="1"/>
              <a:t>tmpKey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         values = </a:t>
            </a:r>
            <a:r>
              <a:rPr lang="en-US" altLang="zh-CN" sz="785" dirty="0" err="1"/>
              <a:t>tmpVal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      }</a:t>
            </a:r>
          </a:p>
          <a:p>
            <a:r>
              <a:rPr lang="en-US" altLang="zh-CN" sz="785" dirty="0"/>
              <a:t>      else {</a:t>
            </a:r>
          </a:p>
          <a:p>
            <a:r>
              <a:rPr lang="en-US" altLang="zh-CN" sz="785" dirty="0"/>
              <a:t>         keys[size] = key;</a:t>
            </a:r>
          </a:p>
          <a:p>
            <a:r>
              <a:rPr lang="en-US" altLang="zh-CN" sz="785" dirty="0"/>
              <a:t>         values[size] = value;</a:t>
            </a:r>
          </a:p>
          <a:p>
            <a:r>
              <a:rPr lang="en-US" altLang="zh-CN" sz="785" dirty="0"/>
              <a:t>      }</a:t>
            </a:r>
          </a:p>
          <a:p>
            <a:r>
              <a:rPr lang="en-US" altLang="zh-CN" sz="785" dirty="0"/>
              <a:t>      size++;</a:t>
            </a:r>
          </a:p>
          <a:p>
            <a:r>
              <a:rPr lang="en-US" altLang="zh-CN" sz="785" dirty="0"/>
              <a:t>   }</a:t>
            </a:r>
          </a:p>
          <a:p>
            <a:br>
              <a:rPr lang="en-US" altLang="zh-CN" sz="785" dirty="0"/>
            </a:br>
            <a:r>
              <a:rPr lang="en-US" altLang="zh-CN" sz="785" dirty="0"/>
              <a:t>   void print() {</a:t>
            </a:r>
          </a:p>
          <a:p>
            <a:r>
              <a:rPr lang="en-US" altLang="zh-CN" sz="785" dirty="0"/>
              <a:t>      for (int </a:t>
            </a:r>
            <a:r>
              <a:rPr lang="en-US" altLang="zh-CN" sz="785" dirty="0" err="1"/>
              <a:t>i</a:t>
            </a:r>
            <a:r>
              <a:rPr lang="en-US" altLang="zh-CN" sz="785" dirty="0"/>
              <a:t> = 0; </a:t>
            </a:r>
            <a:r>
              <a:rPr lang="en-US" altLang="zh-CN" sz="785" dirty="0" err="1"/>
              <a:t>i</a:t>
            </a:r>
            <a:r>
              <a:rPr lang="en-US" altLang="zh-CN" sz="785" dirty="0"/>
              <a:t> &lt; size; </a:t>
            </a:r>
            <a:r>
              <a:rPr lang="en-US" altLang="zh-CN" sz="785" dirty="0" err="1"/>
              <a:t>i</a:t>
            </a:r>
            <a:r>
              <a:rPr lang="en-US" altLang="zh-CN" sz="785" dirty="0"/>
              <a:t>++)</a:t>
            </a:r>
          </a:p>
          <a:p>
            <a:r>
              <a:rPr lang="en-US" altLang="zh-CN" sz="785" dirty="0"/>
              <a:t>         </a:t>
            </a:r>
            <a:r>
              <a:rPr lang="en-US" altLang="zh-CN" sz="785" dirty="0" err="1"/>
              <a:t>cout</a:t>
            </a:r>
            <a:r>
              <a:rPr lang="en-US" altLang="zh-CN" sz="785" dirty="0"/>
              <a:t> &lt;&lt; "{" &lt;&lt; keys[</a:t>
            </a:r>
            <a:r>
              <a:rPr lang="en-US" altLang="zh-CN" sz="785" dirty="0" err="1"/>
              <a:t>i</a:t>
            </a:r>
            <a:r>
              <a:rPr lang="en-US" altLang="zh-CN" sz="785" dirty="0"/>
              <a:t>] &lt;&lt; ", " &lt;&lt; values[</a:t>
            </a:r>
            <a:r>
              <a:rPr lang="en-US" altLang="zh-CN" sz="785" dirty="0" err="1"/>
              <a:t>i</a:t>
            </a:r>
            <a:r>
              <a:rPr lang="en-US" altLang="zh-CN" sz="785" dirty="0"/>
              <a:t>] &lt;&lt; "}" &lt;&lt; </a:t>
            </a:r>
            <a:r>
              <a:rPr lang="en-US" altLang="zh-CN" sz="785" dirty="0" err="1"/>
              <a:t>endl</a:t>
            </a:r>
            <a:r>
              <a:rPr lang="en-US" altLang="zh-CN" sz="785" dirty="0"/>
              <a:t>;</a:t>
            </a:r>
          </a:p>
          <a:p>
            <a:r>
              <a:rPr lang="en-US" altLang="zh-CN" sz="785" dirty="0"/>
              <a:t>   }</a:t>
            </a:r>
          </a:p>
          <a:p>
            <a:endParaRPr lang="en-US" altLang="zh-CN" sz="785" dirty="0"/>
          </a:p>
          <a:p>
            <a:r>
              <a:rPr lang="en-US" altLang="zh-CN" sz="785" dirty="0">
                <a:latin typeface="Consolas" panose="020B0609020204030204" pitchFamily="49" charset="0"/>
              </a:rPr>
              <a:t>~</a:t>
            </a:r>
            <a:r>
              <a:rPr lang="en-US" altLang="zh-CN" sz="785" dirty="0"/>
              <a:t>Dictionary()</a:t>
            </a:r>
          </a:p>
          <a:p>
            <a:r>
              <a:rPr lang="en-US" altLang="zh-CN" sz="785" dirty="0"/>
              <a:t>   {</a:t>
            </a:r>
          </a:p>
          <a:p>
            <a:r>
              <a:rPr lang="en-US" altLang="zh-CN" sz="785" dirty="0"/>
              <a:t>        delete[] keys;</a:t>
            </a:r>
          </a:p>
          <a:p>
            <a:r>
              <a:rPr lang="en-US" altLang="zh-CN" sz="785" dirty="0"/>
              <a:t>        delete[] values;</a:t>
            </a:r>
          </a:p>
          <a:p>
            <a:r>
              <a:rPr lang="en-US" altLang="zh-CN" sz="785" dirty="0"/>
              <a:t>   }</a:t>
            </a:r>
          </a:p>
          <a:p>
            <a:endParaRPr lang="en-US" altLang="zh-CN" sz="785" dirty="0"/>
          </a:p>
          <a:p>
            <a:r>
              <a:rPr lang="en-US" altLang="zh-CN" sz="785" dirty="0"/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99632" y="275450"/>
            <a:ext cx="3455890" cy="347082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dirty="0"/>
              <a:t>int main() </a:t>
            </a:r>
          </a:p>
          <a:p>
            <a:r>
              <a:rPr lang="en-US" altLang="zh-CN" sz="1000" dirty="0"/>
              <a:t>{</a:t>
            </a:r>
          </a:p>
          <a:p>
            <a:r>
              <a:rPr lang="en-US" altLang="zh-CN" sz="1000" dirty="0"/>
              <a:t>    Dictionary&lt;const char*, const char*&gt; </a:t>
            </a:r>
            <a:r>
              <a:rPr lang="en-US" altLang="zh-CN" sz="1000" dirty="0" err="1"/>
              <a:t>dict</a:t>
            </a:r>
            <a:r>
              <a:rPr lang="en-US" altLang="zh-CN" sz="1000" dirty="0"/>
              <a:t>(10);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dict.print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dict.add</a:t>
            </a:r>
            <a:r>
              <a:rPr lang="en-US" altLang="zh-CN" sz="1000" dirty="0"/>
              <a:t>("apple", "fruit");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dict.add</a:t>
            </a:r>
            <a:r>
              <a:rPr lang="en-US" altLang="zh-CN" sz="1000" dirty="0"/>
              <a:t>("banana", "fruit");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dict.add</a:t>
            </a:r>
            <a:r>
              <a:rPr lang="en-US" altLang="zh-CN" sz="1000" dirty="0"/>
              <a:t>("dog", "animal");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dict.print</a:t>
            </a:r>
            <a:r>
              <a:rPr lang="en-US" altLang="zh-CN" sz="1000" dirty="0"/>
              <a:t>();</a:t>
            </a:r>
          </a:p>
          <a:p>
            <a:br>
              <a:rPr lang="en-US" altLang="zh-CN" sz="1000" dirty="0"/>
            </a:br>
            <a:r>
              <a:rPr lang="en-US" altLang="zh-CN" sz="1000" dirty="0"/>
              <a:t>    Dictionary&lt;int, const char*&gt; </a:t>
            </a:r>
            <a:r>
              <a:rPr lang="en-US" altLang="zh-CN" sz="1000" dirty="0" err="1"/>
              <a:t>dict_specialized</a:t>
            </a:r>
            <a:r>
              <a:rPr lang="en-US" altLang="zh-CN" sz="1000" dirty="0"/>
              <a:t>(10);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dict_specialized.print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dict_specialized.add</a:t>
            </a:r>
            <a:r>
              <a:rPr lang="en-US" altLang="zh-CN" sz="1000" dirty="0"/>
              <a:t>(100, "apple");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dict_specialized.add</a:t>
            </a:r>
            <a:r>
              <a:rPr lang="en-US" altLang="zh-CN" sz="1000" dirty="0"/>
              <a:t>(101, "banana");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dict_specialized.add</a:t>
            </a:r>
            <a:r>
              <a:rPr lang="en-US" altLang="zh-CN" sz="1000" dirty="0"/>
              <a:t>(103, "dog");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dict_specialized.add</a:t>
            </a:r>
            <a:r>
              <a:rPr lang="en-US" altLang="zh-CN" sz="1000" dirty="0"/>
              <a:t>(89, "cat");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dict_specialized.print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dict_specialized.sort</a:t>
            </a:r>
            <a:r>
              <a:rPr lang="en-US" altLang="zh-CN" sz="1000" dirty="0"/>
              <a:t>();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cout</a:t>
            </a:r>
            <a:r>
              <a:rPr lang="en-US" altLang="zh-CN" sz="1000" dirty="0"/>
              <a:t> &lt;&lt; </a:t>
            </a:r>
            <a:r>
              <a:rPr lang="en-US" altLang="zh-CN" sz="1000" dirty="0" err="1"/>
              <a:t>endl</a:t>
            </a:r>
            <a:r>
              <a:rPr lang="en-US" altLang="zh-CN" sz="1000" dirty="0"/>
              <a:t> &lt;&lt; "Sorted list:" &lt;&lt; </a:t>
            </a:r>
            <a:r>
              <a:rPr lang="en-US" altLang="zh-CN" sz="1000" dirty="0" err="1"/>
              <a:t>endl</a:t>
            </a:r>
            <a:r>
              <a:rPr lang="en-US" altLang="zh-CN" sz="1000" dirty="0"/>
              <a:t>;</a:t>
            </a:r>
          </a:p>
          <a:p>
            <a:r>
              <a:rPr lang="en-US" altLang="zh-CN" sz="1000" dirty="0"/>
              <a:t>    </a:t>
            </a:r>
            <a:r>
              <a:rPr lang="en-US" altLang="zh-CN" sz="1000" dirty="0" err="1"/>
              <a:t>dict_specialized.print</a:t>
            </a:r>
            <a:r>
              <a:rPr lang="en-US" altLang="zh-CN" sz="1000" dirty="0"/>
              <a:t>();</a:t>
            </a:r>
          </a:p>
          <a:p>
            <a:br>
              <a:rPr lang="en-US" altLang="zh-CN" sz="1000" dirty="0"/>
            </a:br>
            <a:r>
              <a:rPr lang="en-US" altLang="zh-CN" sz="1000" dirty="0"/>
              <a:t>   return 0;</a:t>
            </a:r>
          </a:p>
          <a:p>
            <a:r>
              <a:rPr lang="en-US" altLang="zh-CN" sz="1000" dirty="0"/>
              <a:t>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92624" y="5207272"/>
            <a:ext cx="1106393" cy="440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65" dirty="0"/>
              <a:t>Output:</a:t>
            </a:r>
            <a:endParaRPr lang="zh-CN" altLang="en-US" sz="226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942" y="4309037"/>
            <a:ext cx="1279392" cy="2273513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787</Words>
  <Application>Microsoft Macintosh PowerPoint</Application>
  <PresentationFormat>宽屏</PresentationFormat>
  <Paragraphs>114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等线</vt:lpstr>
      <vt:lpstr>Arial</vt:lpstr>
      <vt:lpstr>Calibri</vt:lpstr>
      <vt:lpstr>Consolas</vt:lpstr>
      <vt:lpstr>Courier New</vt:lpstr>
      <vt:lpstr>Franklin Gothic Demi</vt:lpstr>
      <vt:lpstr>Franklin Gothic Medium</vt:lpstr>
      <vt:lpstr>Wingdings</vt:lpstr>
      <vt:lpstr>Office 主题</vt:lpstr>
      <vt:lpstr>Advanced Programming</vt:lpstr>
      <vt:lpstr>Exercises</vt:lpstr>
      <vt:lpstr>PowerPoint 演示文稿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1043</cp:revision>
  <dcterms:created xsi:type="dcterms:W3CDTF">2020-09-05T08:11:00Z</dcterms:created>
  <dcterms:modified xsi:type="dcterms:W3CDTF">2026-05-18T08:50:46Z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2052-12.1.0.20784</vt:lpwstr>
  </property>
</Properties>
</file>